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  <p:embeddedFont>
      <p:font typeface="Inter Medium"/>
      <p:regular r:id="rId201318"/>
    </p:embeddedFont>
    <p:embeddedFont>
      <p:font typeface="Inter Light"/>
      <p:regular r:id="rId201319"/>
    </p:embeddedFont>
    <p:embeddedFont>
      <p:font typeface="Inter Thin"/>
      <p:regular r:id="rId201320"/>
    </p:embeddedFont>
    <p:embeddedFont>
      <p:font typeface="Inter ExtraLight"/>
      <p:regular r:id="rId201321"/>
    </p:embeddedFont>
    <p:embeddedFont>
      <p:font typeface="Inter SemiBold"/>
      <p:regular r:id="rId201322"/>
    </p:embeddedFont>
    <p:embeddedFont>
      <p:font typeface="Inter Bold"/>
      <p:regular r:id="rId201323"/>
    </p:embeddedFont>
    <p:embeddedFont>
      <p:font typeface="Inter ExtraBold"/>
      <p:regular r:id="rId201324"/>
    </p:embeddedFont>
    <p:embeddedFont>
      <p:font typeface="Inter"/>
      <p:regular r:id="rId201325"/>
    </p:embeddedFont>
    <p:embeddedFont>
      <p:font typeface="Inter Black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0127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Applying Encapsulation and Abstraction in Online Banking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42840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Pavithra Sri S                                                                 DEPARTMENT 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 NO: 192572079                                                          CSE with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7591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an Online Banking System Does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52891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banking lets customers manage accounts, transfer funds, check balances, and pay bills through web and mobile channels. It must stay secure, fast, and reliable.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68823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7658" y="2368823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27658" y="267533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data with encryption and authentication.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85666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7658" y="3185666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27658" y="3492178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transfers and bill payments.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4002509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7658" y="4002509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Account Services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027658" y="430902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balances, statements, and history.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60437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Encapsulation — Bundling Data and Behavior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681758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 groups related data and methods in classes and limits direct access to internal state. Public methods provide controlled operations, while private members help prevent accidental or unauthorized changes.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748483"/>
            <a:ext cx="2290465" cy="1634505"/>
          </a:xfrm>
          <a:prstGeom prst="roundRect">
            <a:avLst>
              <a:gd name="adj" fmla="val 1301"/>
            </a:avLst>
          </a:prstGeom>
          <a:solidFill>
            <a:srgbClr val="242429"/>
          </a:solidFill>
          <a:ln w="19050">
            <a:solidFill>
              <a:srgbClr val="5C5C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85927" y="2909292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BankAccount Class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85927" y="3215804"/>
            <a:ext cx="19688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data and public methods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748483"/>
            <a:ext cx="2290539" cy="1634505"/>
          </a:xfrm>
          <a:prstGeom prst="roundRect">
            <a:avLst>
              <a:gd name="adj" fmla="val 1301"/>
            </a:avLst>
          </a:prstGeom>
          <a:solidFill>
            <a:srgbClr val="242429"/>
          </a:solidFill>
          <a:ln w="19050">
            <a:solidFill>
              <a:srgbClr val="5C5C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8151" y="2909292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Benefits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8151" y="3215804"/>
            <a:ext cx="1968922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unwanted changes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maintainability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62868"/>
            <a:ext cx="3069431" cy="3069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9102" y="547836"/>
            <a:ext cx="4763542" cy="65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Abstraction — Exposing Essentials, Hiding Complexity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889102" y="1321817"/>
            <a:ext cx="4763542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Abstraction gives users a simple interface while hiding the technical work behind it. It shows only the actions people need, while the system handles the implementation details in the background.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889102" y="2044824"/>
            <a:ext cx="476354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Visible to Customer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889102" y="2369418"/>
            <a:ext cx="4763542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balance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money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transactions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89102" y="3419624"/>
            <a:ext cx="476354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Hidden Processes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889102" y="3744218"/>
            <a:ext cx="4763542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access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6318"/>
            <a:ext cx="4722763" cy="54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Encapsulation vs Abstraction — Quick Comparison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2850356" y="1093589"/>
            <a:ext cx="14288" cy="3623593"/>
          </a:xfrm>
          <a:prstGeom prst="roundRect">
            <a:avLst>
              <a:gd name="adj" fmla="val 113950"/>
            </a:avLst>
          </a:prstGeom>
          <a:solidFill>
            <a:srgbClr val="5C5C61"/>
          </a:solidFill>
          <a:ln/>
        </p:spPr>
      </p:sp>
      <p:sp>
        <p:nvSpPr>
          <p:cNvPr id="5" name="Shape 2"/>
          <p:cNvSpPr/>
          <p:nvPr/>
        </p:nvSpPr>
        <p:spPr>
          <a:xfrm>
            <a:off x="481831" y="1093589"/>
            <a:ext cx="2361381" cy="742950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590327" y="1202085"/>
            <a:ext cx="21443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0327" y="1421457"/>
            <a:ext cx="214439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data with private members and public accessors.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871788" y="2002706"/>
            <a:ext cx="2361381" cy="742950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9" name="Text 6"/>
          <p:cNvSpPr/>
          <p:nvPr/>
        </p:nvSpPr>
        <p:spPr>
          <a:xfrm>
            <a:off x="2980283" y="2111201"/>
            <a:ext cx="21443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80283" y="2330574"/>
            <a:ext cx="214439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Hides implementation and shows only essential features.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1831" y="2911822"/>
            <a:ext cx="2361381" cy="896243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590327" y="3020318"/>
            <a:ext cx="21443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Typical Constructs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0327" y="3239691"/>
            <a:ext cx="2144390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Encapsulation: private fields, getters/setters. Abstraction: interfaces, abstract classes.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871788" y="3974232"/>
            <a:ext cx="2361381" cy="742950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5" name="Text 12"/>
          <p:cNvSpPr/>
          <p:nvPr/>
        </p:nvSpPr>
        <p:spPr>
          <a:xfrm>
            <a:off x="2980283" y="4082728"/>
            <a:ext cx="21443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Primary Goal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80283" y="4302100"/>
            <a:ext cx="214439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Encapsulation: control access. Abstraction: reduce complexity.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898103"/>
            <a:ext cx="7890644" cy="29609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2209" y="3025611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Validate Funds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502299" y="314024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40" y="314024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Enter Details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18781" y="302561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 Transfer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94415" y="314024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01850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 and abstraction keep authentication and validation hidden while the user sees only the high-level steps.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73994"/>
            <a:ext cx="3902943" cy="2195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970880"/>
            <a:ext cx="390294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Advantages for Banking Software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749701" y="1839069"/>
            <a:ext cx="1880592" cy="1603549"/>
          </a:xfrm>
          <a:prstGeom prst="roundRect">
            <a:avLst>
              <a:gd name="adj" fmla="val 1326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4891460" y="1980828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891460" y="2344043"/>
            <a:ext cx="1597075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customer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invalid changes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72052" y="1839069"/>
            <a:ext cx="1880592" cy="1603549"/>
          </a:xfrm>
          <a:prstGeom prst="roundRect">
            <a:avLst>
              <a:gd name="adj" fmla="val 1326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6913811" y="1980828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Abstraction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13811" y="2344043"/>
            <a:ext cx="1597075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APIs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Hides complexity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49701" y="3602087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7B040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817144"/>
            <a:ext cx="177180" cy="1417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0398" y="3765054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Boosts security, reliability, and maintainability.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5872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01431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 secures internal state and controls access. Abstraction simplifies the interface while hiding implementation details. Together, they form essential OOP foundations for secure, maintainable banking systems.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3081040"/>
            <a:ext cx="4722763" cy="703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TAKEAWAY: 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developers: define clear class boundaries, use interfaces for external APIs, and keep security-critical logic encapsulated and well-tested.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2026-07-23T05:31:41Z</dcterms:created>
  <dcterms:modified xsi:type="dcterms:W3CDTF">2026-07-23T05:31:41Z</dcterms:modified>
</cp:coreProperties>
</file>